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978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880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0103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226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1178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93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50098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1573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403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6643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794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6FA0D-7E17-42C7-A287-59F76D52F7CA}" type="datetimeFigureOut">
              <a:rPr lang="es-MX" smtClean="0"/>
              <a:t>03/12/2025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B2F29-92C7-41B2-82AF-82DABB24D91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553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2113471" y="2119223"/>
            <a:ext cx="457200" cy="405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/>
          <p:cNvSpPr/>
          <p:nvPr/>
        </p:nvSpPr>
        <p:spPr>
          <a:xfrm>
            <a:off x="1362973" y="2119223"/>
            <a:ext cx="457200" cy="4054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6"/>
          <p:cNvCxnSpPr>
            <a:stCxn id="5" idx="6"/>
            <a:endCxn id="4" idx="2"/>
          </p:cNvCxnSpPr>
          <p:nvPr/>
        </p:nvCxnSpPr>
        <p:spPr>
          <a:xfrm>
            <a:off x="1820173" y="2321944"/>
            <a:ext cx="2932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ipse 8"/>
          <p:cNvSpPr/>
          <p:nvPr/>
        </p:nvSpPr>
        <p:spPr>
          <a:xfrm>
            <a:off x="2863969" y="2119223"/>
            <a:ext cx="457200" cy="405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10"/>
          <p:cNvCxnSpPr>
            <a:stCxn id="4" idx="6"/>
            <a:endCxn id="9" idx="2"/>
          </p:cNvCxnSpPr>
          <p:nvPr/>
        </p:nvCxnSpPr>
        <p:spPr>
          <a:xfrm>
            <a:off x="2570671" y="2321944"/>
            <a:ext cx="29329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V="1">
            <a:off x="5447578" y="1759789"/>
            <a:ext cx="0" cy="359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5119774" y="1354347"/>
            <a:ext cx="1112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main</a:t>
            </a:r>
            <a:endParaRPr lang="es-MX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388026" y="3917583"/>
            <a:ext cx="1306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origin</a:t>
            </a:r>
            <a:r>
              <a:rPr lang="es-MX" dirty="0" smtClean="0"/>
              <a:t>/</a:t>
            </a:r>
            <a:r>
              <a:rPr lang="es-MX" dirty="0" err="1" smtClean="0"/>
              <a:t>main</a:t>
            </a:r>
            <a:endParaRPr lang="es-MX" dirty="0"/>
          </a:p>
        </p:txBody>
      </p:sp>
      <p:cxnSp>
        <p:nvCxnSpPr>
          <p:cNvPr id="17" name="Conector recto 16"/>
          <p:cNvCxnSpPr>
            <a:stCxn id="35" idx="4"/>
            <a:endCxn id="15" idx="0"/>
          </p:cNvCxnSpPr>
          <p:nvPr/>
        </p:nvCxnSpPr>
        <p:spPr>
          <a:xfrm>
            <a:off x="4041476" y="3122759"/>
            <a:ext cx="0" cy="794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/>
          <p:cNvSpPr/>
          <p:nvPr/>
        </p:nvSpPr>
        <p:spPr>
          <a:xfrm>
            <a:off x="3631719" y="2119223"/>
            <a:ext cx="457200" cy="405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2" name="Conector recto 21"/>
          <p:cNvCxnSpPr>
            <a:stCxn id="9" idx="6"/>
            <a:endCxn id="20" idx="2"/>
          </p:cNvCxnSpPr>
          <p:nvPr/>
        </p:nvCxnSpPr>
        <p:spPr>
          <a:xfrm>
            <a:off x="3321169" y="2321944"/>
            <a:ext cx="310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/>
          <p:cNvSpPr/>
          <p:nvPr/>
        </p:nvSpPr>
        <p:spPr>
          <a:xfrm>
            <a:off x="4390840" y="2119223"/>
            <a:ext cx="457200" cy="405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25"/>
          <p:cNvCxnSpPr>
            <a:stCxn id="20" idx="6"/>
            <a:endCxn id="24" idx="2"/>
          </p:cNvCxnSpPr>
          <p:nvPr/>
        </p:nvCxnSpPr>
        <p:spPr>
          <a:xfrm>
            <a:off x="4088919" y="2321944"/>
            <a:ext cx="3019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5193088" y="2119223"/>
            <a:ext cx="457200" cy="4054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0" name="Conector recto 29"/>
          <p:cNvCxnSpPr>
            <a:stCxn id="24" idx="6"/>
            <a:endCxn id="28" idx="2"/>
          </p:cNvCxnSpPr>
          <p:nvPr/>
        </p:nvCxnSpPr>
        <p:spPr>
          <a:xfrm>
            <a:off x="4848040" y="2321944"/>
            <a:ext cx="3450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/>
          <p:cNvSpPr txBox="1"/>
          <p:nvPr/>
        </p:nvSpPr>
        <p:spPr>
          <a:xfrm>
            <a:off x="3321169" y="3279305"/>
            <a:ext cx="147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github</a:t>
            </a:r>
            <a:r>
              <a:rPr lang="es-MX" dirty="0" smtClean="0"/>
              <a:t>/</a:t>
            </a:r>
            <a:r>
              <a:rPr lang="es-MX" dirty="0" err="1" smtClean="0"/>
              <a:t>main</a:t>
            </a:r>
            <a:endParaRPr lang="es-MX" dirty="0"/>
          </a:p>
        </p:txBody>
      </p:sp>
      <p:cxnSp>
        <p:nvCxnSpPr>
          <p:cNvPr id="33" name="Conector recto 32"/>
          <p:cNvCxnSpPr/>
          <p:nvPr/>
        </p:nvCxnSpPr>
        <p:spPr>
          <a:xfrm flipH="1">
            <a:off x="4041476" y="3122759"/>
            <a:ext cx="10785" cy="207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lipse 34"/>
          <p:cNvSpPr/>
          <p:nvPr/>
        </p:nvSpPr>
        <p:spPr>
          <a:xfrm>
            <a:off x="3812876" y="2717317"/>
            <a:ext cx="457200" cy="40544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9" name="Conector recto 38"/>
          <p:cNvCxnSpPr>
            <a:stCxn id="9" idx="5"/>
            <a:endCxn id="35" idx="1"/>
          </p:cNvCxnSpPr>
          <p:nvPr/>
        </p:nvCxnSpPr>
        <p:spPr>
          <a:xfrm>
            <a:off x="3254214" y="2465289"/>
            <a:ext cx="625617" cy="311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5722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InKulpado666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LAPTOP DELL</dc:creator>
  <cp:lastModifiedBy>LAPTOP DELL</cp:lastModifiedBy>
  <cp:revision>2</cp:revision>
  <dcterms:created xsi:type="dcterms:W3CDTF">2025-12-04T00:31:22Z</dcterms:created>
  <dcterms:modified xsi:type="dcterms:W3CDTF">2025-12-04T00:32:21Z</dcterms:modified>
</cp:coreProperties>
</file>